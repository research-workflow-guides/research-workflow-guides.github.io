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13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39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32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3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0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15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568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16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41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96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64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6E177-D15A-4A29-9597-1BD0737F1BD3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1C139-4187-4BEF-BBF7-99509A82B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7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9" y="222399"/>
            <a:ext cx="3194650" cy="179699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57" y="4351020"/>
            <a:ext cx="1602109" cy="16021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40630" y="5953129"/>
            <a:ext cx="1505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/>
              <a:t>Local 1</a:t>
            </a:r>
            <a:endParaRPr lang="ko-KR" altLang="en-US" sz="32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097" y="4351020"/>
            <a:ext cx="1602109" cy="16021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47270" y="5953129"/>
            <a:ext cx="1505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/>
              <a:t>Local 2</a:t>
            </a:r>
            <a:endParaRPr lang="ko-KR" altLang="en-US" sz="3200" dirty="0"/>
          </a:p>
        </p:txBody>
      </p:sp>
      <p:sp>
        <p:nvSpPr>
          <p:cNvPr id="6" name="원호 5"/>
          <p:cNvSpPr/>
          <p:nvPr/>
        </p:nvSpPr>
        <p:spPr>
          <a:xfrm>
            <a:off x="5756878" y="1120140"/>
            <a:ext cx="4511040" cy="5334000"/>
          </a:xfrm>
          <a:prstGeom prst="arc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0148166" y="2003616"/>
            <a:ext cx="1274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 smtClean="0">
                <a:solidFill>
                  <a:schemeClr val="accent5">
                    <a:lumMod val="75000"/>
                  </a:schemeClr>
                </a:solidFill>
              </a:rPr>
              <a:t>Pull</a:t>
            </a:r>
            <a:endParaRPr lang="ko-KR" altLang="en-US" sz="4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원호 17"/>
          <p:cNvSpPr/>
          <p:nvPr/>
        </p:nvSpPr>
        <p:spPr>
          <a:xfrm rot="5400000" flipH="1" flipV="1">
            <a:off x="2757882" y="1036320"/>
            <a:ext cx="5166360" cy="5334000"/>
          </a:xfrm>
          <a:prstGeom prst="arc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027297" y="868736"/>
            <a:ext cx="2024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>
                <a:solidFill>
                  <a:schemeClr val="accent5">
                    <a:lumMod val="75000"/>
                  </a:schemeClr>
                </a:solidFill>
              </a:rPr>
              <a:t>Push</a:t>
            </a:r>
            <a:endParaRPr lang="ko-KR" altLang="en-US" sz="4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9929" y="3021102"/>
            <a:ext cx="2024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smtClean="0">
                <a:solidFill>
                  <a:schemeClr val="accent5">
                    <a:lumMod val="75000"/>
                  </a:schemeClr>
                </a:solidFill>
              </a:rPr>
              <a:t>Stage</a:t>
            </a:r>
            <a:endParaRPr lang="ko-KR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02027" y="2126728"/>
            <a:ext cx="16546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solidFill>
                  <a:schemeClr val="accent5">
                    <a:lumMod val="75000"/>
                  </a:schemeClr>
                </a:solidFill>
              </a:rPr>
              <a:t>Commit</a:t>
            </a:r>
            <a:endParaRPr lang="ko-KR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37069" y="2926057"/>
            <a:ext cx="4138551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437069" y="1914287"/>
            <a:ext cx="4138551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34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2023-05-26T03:38:36Z</dcterms:created>
  <dcterms:modified xsi:type="dcterms:W3CDTF">2023-05-26T04:47:40Z</dcterms:modified>
</cp:coreProperties>
</file>